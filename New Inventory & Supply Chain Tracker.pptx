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up Bhowmik" userId="c24bee0aa66b7fbf" providerId="LiveId" clId="{25627584-53B6-4A69-A3B3-72521A1AF820}"/>
    <pc:docChg chg="delSld">
      <pc:chgData name="Abhirup Bhowmik" userId="c24bee0aa66b7fbf" providerId="LiveId" clId="{25627584-53B6-4A69-A3B3-72521A1AF820}" dt="2026-07-13T08:20:10.213" v="0" actId="47"/>
      <pc:docMkLst>
        <pc:docMk/>
      </pc:docMkLst>
      <pc:sldChg chg="del">
        <pc:chgData name="Abhirup Bhowmik" userId="c24bee0aa66b7fbf" providerId="LiveId" clId="{25627584-53B6-4A69-A3B3-72521A1AF820}" dt="2026-07-13T08:20:10.213" v="0" actId="47"/>
        <pc:sldMkLst>
          <pc:docMk/>
          <pc:sldMk cId="0" sldId="264"/>
        </pc:sldMkLst>
      </pc:sldChg>
    </pc:docChg>
  </pc:docChgLst>
  <pc:docChgLst>
    <pc:chgData name="Abhirup Bhowmik" userId="c24bee0aa66b7fbf" providerId="LiveId" clId="{6911B6F2-2E30-414B-83ED-3490A9412FB5}"/>
    <pc:docChg chg="undo custSel addSld modSld">
      <pc:chgData name="Abhirup Bhowmik" userId="c24bee0aa66b7fbf" providerId="LiveId" clId="{6911B6F2-2E30-414B-83ED-3490A9412FB5}" dt="2026-07-14T13:54:00.564" v="46" actId="22"/>
      <pc:docMkLst>
        <pc:docMk/>
      </pc:docMkLst>
      <pc:sldChg chg="addSp modSp mod modNotes">
        <pc:chgData name="Abhirup Bhowmik" userId="c24bee0aa66b7fbf" providerId="LiveId" clId="{6911B6F2-2E30-414B-83ED-3490A9412FB5}" dt="2026-07-14T13:51:26.537" v="1" actId="1076"/>
        <pc:sldMkLst>
          <pc:docMk/>
          <pc:sldMk cId="0" sldId="256"/>
        </pc:sldMkLst>
        <pc:picChg chg="add mod">
          <ac:chgData name="Abhirup Bhowmik" userId="c24bee0aa66b7fbf" providerId="LiveId" clId="{6911B6F2-2E30-414B-83ED-3490A9412FB5}" dt="2026-07-14T13:51:26.537" v="1" actId="1076"/>
          <ac:picMkLst>
            <pc:docMk/>
            <pc:sldMk cId="0" sldId="256"/>
            <ac:picMk id="3" creationId="{49C9C83F-DFA6-58CD-4DFD-C42C89F9C0BC}"/>
          </ac:picMkLst>
        </pc:picChg>
      </pc:sldChg>
      <pc:sldChg chg="addSp modSp mod modNotes">
        <pc:chgData name="Abhirup Bhowmik" userId="c24bee0aa66b7fbf" providerId="LiveId" clId="{6911B6F2-2E30-414B-83ED-3490A9412FB5}" dt="2026-07-14T13:51:32.893" v="3" actId="1076"/>
        <pc:sldMkLst>
          <pc:docMk/>
          <pc:sldMk cId="0" sldId="257"/>
        </pc:sldMkLst>
        <pc:picChg chg="add mod">
          <ac:chgData name="Abhirup Bhowmik" userId="c24bee0aa66b7fbf" providerId="LiveId" clId="{6911B6F2-2E30-414B-83ED-3490A9412FB5}" dt="2026-07-14T13:51:32.893" v="3" actId="1076"/>
          <ac:picMkLst>
            <pc:docMk/>
            <pc:sldMk cId="0" sldId="257"/>
            <ac:picMk id="3" creationId="{50A2779A-E0B2-9F46-E4C3-C78F99B98B59}"/>
          </ac:picMkLst>
        </pc:picChg>
      </pc:sldChg>
      <pc:sldChg chg="addSp modSp mod modNotes">
        <pc:chgData name="Abhirup Bhowmik" userId="c24bee0aa66b7fbf" providerId="LiveId" clId="{6911B6F2-2E30-414B-83ED-3490A9412FB5}" dt="2026-07-14T13:51:40.858" v="5" actId="1076"/>
        <pc:sldMkLst>
          <pc:docMk/>
          <pc:sldMk cId="0" sldId="258"/>
        </pc:sldMkLst>
        <pc:picChg chg="add mod">
          <ac:chgData name="Abhirup Bhowmik" userId="c24bee0aa66b7fbf" providerId="LiveId" clId="{6911B6F2-2E30-414B-83ED-3490A9412FB5}" dt="2026-07-14T13:51:40.858" v="5" actId="1076"/>
          <ac:picMkLst>
            <pc:docMk/>
            <pc:sldMk cId="0" sldId="258"/>
            <ac:picMk id="3" creationId="{D7B820B5-93AD-F790-BEEE-404A170EA59C}"/>
          </ac:picMkLst>
        </pc:picChg>
      </pc:sldChg>
      <pc:sldChg chg="addSp modSp mod modNotes">
        <pc:chgData name="Abhirup Bhowmik" userId="c24bee0aa66b7fbf" providerId="LiveId" clId="{6911B6F2-2E30-414B-83ED-3490A9412FB5}" dt="2026-07-14T13:51:45.439" v="7" actId="1076"/>
        <pc:sldMkLst>
          <pc:docMk/>
          <pc:sldMk cId="0" sldId="259"/>
        </pc:sldMkLst>
        <pc:picChg chg="add mod">
          <ac:chgData name="Abhirup Bhowmik" userId="c24bee0aa66b7fbf" providerId="LiveId" clId="{6911B6F2-2E30-414B-83ED-3490A9412FB5}" dt="2026-07-14T13:51:45.439" v="7" actId="1076"/>
          <ac:picMkLst>
            <pc:docMk/>
            <pc:sldMk cId="0" sldId="259"/>
            <ac:picMk id="3" creationId="{C4C6FA83-8F36-EB57-4D85-48FE3D5AD556}"/>
          </ac:picMkLst>
        </pc:picChg>
      </pc:sldChg>
      <pc:sldChg chg="addSp modSp mod modNotes">
        <pc:chgData name="Abhirup Bhowmik" userId="c24bee0aa66b7fbf" providerId="LiveId" clId="{6911B6F2-2E30-414B-83ED-3490A9412FB5}" dt="2026-07-14T13:51:50.957" v="9" actId="1076"/>
        <pc:sldMkLst>
          <pc:docMk/>
          <pc:sldMk cId="0" sldId="260"/>
        </pc:sldMkLst>
        <pc:picChg chg="add mod">
          <ac:chgData name="Abhirup Bhowmik" userId="c24bee0aa66b7fbf" providerId="LiveId" clId="{6911B6F2-2E30-414B-83ED-3490A9412FB5}" dt="2026-07-14T13:51:50.957" v="9" actId="1076"/>
          <ac:picMkLst>
            <pc:docMk/>
            <pc:sldMk cId="0" sldId="260"/>
            <ac:picMk id="3" creationId="{8A967CF7-03C2-6A9E-A051-C074ACE2E6A0}"/>
          </ac:picMkLst>
        </pc:picChg>
      </pc:sldChg>
      <pc:sldChg chg="addSp delSp modSp mod">
        <pc:chgData name="Abhirup Bhowmik" userId="c24bee0aa66b7fbf" providerId="LiveId" clId="{6911B6F2-2E30-414B-83ED-3490A9412FB5}" dt="2026-07-14T13:52:40.169" v="40" actId="1035"/>
        <pc:sldMkLst>
          <pc:docMk/>
          <pc:sldMk cId="0" sldId="261"/>
        </pc:sldMkLst>
        <pc:spChg chg="mod">
          <ac:chgData name="Abhirup Bhowmik" userId="c24bee0aa66b7fbf" providerId="LiveId" clId="{6911B6F2-2E30-414B-83ED-3490A9412FB5}" dt="2026-07-14T13:52:40.169" v="40" actId="1035"/>
          <ac:spMkLst>
            <pc:docMk/>
            <pc:sldMk cId="0" sldId="261"/>
            <ac:spMk id="152" creationId="{00000000-0000-0000-0000-000000000000}"/>
          </ac:spMkLst>
        </pc:spChg>
        <pc:spChg chg="mod">
          <ac:chgData name="Abhirup Bhowmik" userId="c24bee0aa66b7fbf" providerId="LiveId" clId="{6911B6F2-2E30-414B-83ED-3490A9412FB5}" dt="2026-07-14T13:52:34.057" v="23" actId="1036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Abhirup Bhowmik" userId="c24bee0aa66b7fbf" providerId="LiveId" clId="{6911B6F2-2E30-414B-83ED-3490A9412FB5}" dt="2026-07-14T13:52:30.600" v="17" actId="1076"/>
          <ac:spMkLst>
            <pc:docMk/>
            <pc:sldMk cId="0" sldId="261"/>
            <ac:spMk id="158" creationId="{00000000-0000-0000-0000-000000000000}"/>
          </ac:spMkLst>
        </pc:spChg>
        <pc:picChg chg="add mod">
          <ac:chgData name="Abhirup Bhowmik" userId="c24bee0aa66b7fbf" providerId="LiveId" clId="{6911B6F2-2E30-414B-83ED-3490A9412FB5}" dt="2026-07-14T13:52:04.536" v="13" actId="1076"/>
          <ac:picMkLst>
            <pc:docMk/>
            <pc:sldMk cId="0" sldId="261"/>
            <ac:picMk id="3" creationId="{54714510-6C65-8CD7-AE45-29B28745CC0E}"/>
          </ac:picMkLst>
        </pc:picChg>
        <pc:picChg chg="mod">
          <ac:chgData name="Abhirup Bhowmik" userId="c24bee0aa66b7fbf" providerId="LiveId" clId="{6911B6F2-2E30-414B-83ED-3490A9412FB5}" dt="2026-07-14T13:52:19.603" v="16" actId="1076"/>
          <ac:picMkLst>
            <pc:docMk/>
            <pc:sldMk cId="0" sldId="261"/>
            <ac:picMk id="149" creationId="{00000000-0000-0000-0000-000000000000}"/>
          </ac:picMkLst>
        </pc:picChg>
        <pc:picChg chg="del">
          <ac:chgData name="Abhirup Bhowmik" userId="c24bee0aa66b7fbf" providerId="LiveId" clId="{6911B6F2-2E30-414B-83ED-3490A9412FB5}" dt="2026-07-14T13:52:00.802" v="11" actId="478"/>
          <ac:picMkLst>
            <pc:docMk/>
            <pc:sldMk cId="0" sldId="261"/>
            <ac:picMk id="151" creationId="{00000000-0000-0000-0000-000000000000}"/>
          </ac:picMkLst>
        </pc:picChg>
        <pc:picChg chg="del">
          <ac:chgData name="Abhirup Bhowmik" userId="c24bee0aa66b7fbf" providerId="LiveId" clId="{6911B6F2-2E30-414B-83ED-3490A9412FB5}" dt="2026-07-14T13:51:58.936" v="10" actId="478"/>
          <ac:picMkLst>
            <pc:docMk/>
            <pc:sldMk cId="0" sldId="261"/>
            <ac:picMk id="159" creationId="{00000000-0000-0000-0000-000000000000}"/>
          </ac:picMkLst>
        </pc:picChg>
      </pc:sldChg>
      <pc:sldChg chg="addSp modSp modNotes">
        <pc:chgData name="Abhirup Bhowmik" userId="c24bee0aa66b7fbf" providerId="LiveId" clId="{6911B6F2-2E30-414B-83ED-3490A9412FB5}" dt="2026-07-14T13:53:05.721" v="44"/>
        <pc:sldMkLst>
          <pc:docMk/>
          <pc:sldMk cId="0" sldId="262"/>
        </pc:sldMkLst>
        <pc:picChg chg="add mod">
          <ac:chgData name="Abhirup Bhowmik" userId="c24bee0aa66b7fbf" providerId="LiveId" clId="{6911B6F2-2E30-414B-83ED-3490A9412FB5}" dt="2026-07-14T13:53:05.721" v="44"/>
          <ac:picMkLst>
            <pc:docMk/>
            <pc:sldMk cId="0" sldId="262"/>
            <ac:picMk id="2" creationId="{18498525-B977-F9C5-8274-0450F5E02426}"/>
          </ac:picMkLst>
        </pc:picChg>
      </pc:sldChg>
      <pc:sldChg chg="addSp modSp modNotes">
        <pc:chgData name="Abhirup Bhowmik" userId="c24bee0aa66b7fbf" providerId="LiveId" clId="{6911B6F2-2E30-414B-83ED-3490A9412FB5}" dt="2026-07-14T13:53:07.518" v="45"/>
        <pc:sldMkLst>
          <pc:docMk/>
          <pc:sldMk cId="0" sldId="263"/>
        </pc:sldMkLst>
        <pc:picChg chg="add mod">
          <ac:chgData name="Abhirup Bhowmik" userId="c24bee0aa66b7fbf" providerId="LiveId" clId="{6911B6F2-2E30-414B-83ED-3490A9412FB5}" dt="2026-07-14T13:53:07.518" v="45"/>
          <ac:picMkLst>
            <pc:docMk/>
            <pc:sldMk cId="0" sldId="263"/>
            <ac:picMk id="2" creationId="{98FFE441-77BE-2D92-218E-D9689D375C66}"/>
          </ac:picMkLst>
        </pc:picChg>
      </pc:sldChg>
      <pc:sldChg chg="addSp modSp new mod">
        <pc:chgData name="Abhirup Bhowmik" userId="c24bee0aa66b7fbf" providerId="LiveId" clId="{6911B6F2-2E30-414B-83ED-3490A9412FB5}" dt="2026-07-14T13:54:00.564" v="46" actId="22"/>
        <pc:sldMkLst>
          <pc:docMk/>
          <pc:sldMk cId="3791257097" sldId="264"/>
        </pc:sldMkLst>
        <pc:picChg chg="add mod">
          <ac:chgData name="Abhirup Bhowmik" userId="c24bee0aa66b7fbf" providerId="LiveId" clId="{6911B6F2-2E30-414B-83ED-3490A9412FB5}" dt="2026-07-14T13:52:53.841" v="42"/>
          <ac:picMkLst>
            <pc:docMk/>
            <pc:sldMk cId="3791257097" sldId="264"/>
            <ac:picMk id="4" creationId="{C328A048-5F65-1DB7-9014-C15CF63452C7}"/>
          </ac:picMkLst>
        </pc:picChg>
        <pc:picChg chg="add mod">
          <ac:chgData name="Abhirup Bhowmik" userId="c24bee0aa66b7fbf" providerId="LiveId" clId="{6911B6F2-2E30-414B-83ED-3490A9412FB5}" dt="2026-07-14T13:53:03.295" v="43"/>
          <ac:picMkLst>
            <pc:docMk/>
            <pc:sldMk cId="3791257097" sldId="264"/>
            <ac:picMk id="5" creationId="{99122BF1-2402-804C-994B-620EB74F69C4}"/>
          </ac:picMkLst>
        </pc:picChg>
        <pc:picChg chg="add">
          <ac:chgData name="Abhirup Bhowmik" userId="c24bee0aa66b7fbf" providerId="LiveId" clId="{6911B6F2-2E30-414B-83ED-3490A9412FB5}" dt="2026-07-14T13:54:00.564" v="46" actId="22"/>
          <ac:picMkLst>
            <pc:docMk/>
            <pc:sldMk cId="3791257097" sldId="264"/>
            <ac:picMk id="7" creationId="{3D1E411C-C8E7-69DA-B826-AC4D3BABE6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39412"/>
            <a:ext cx="11601600" cy="27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50">
                <a:solidFill>
                  <a:srgbClr val="F5F5F5"/>
                </a:solidFill>
              </a:rPr>
              <a:t>Inventory &amp; Supply Chain Tracker</a:t>
            </a:r>
            <a:br>
              <a:rPr lang="en-US" sz="5650">
                <a:solidFill>
                  <a:srgbClr val="F5F5F5"/>
                </a:solidFill>
              </a:rPr>
            </a:br>
            <a:r>
              <a:rPr lang="en-US" sz="5650">
                <a:solidFill>
                  <a:srgbClr val="F5F5F5"/>
                </a:solidFill>
              </a:rPr>
              <a:t> With </a:t>
            </a:r>
            <a:r>
              <a:rPr lang="en-US" sz="5650">
                <a:solidFill>
                  <a:srgbClr val="FFFF00"/>
                </a:solidFill>
              </a:rPr>
              <a:t>Record Alerts</a:t>
            </a:r>
            <a:endParaRPr sz="5650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625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75" y="4830862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Prasam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Indraditya &amp; Ab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hirup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80911" y="4016441"/>
            <a:ext cx="865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Data-Driven Solutions for Replenishment and Cost Management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9C83F-DFA6-58CD-4DFD-C42C89F9C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5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4762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Statement</a:t>
            </a:r>
            <a:endParaRPr sz="4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10505" r="10513"/>
          <a:stretch/>
        </p:blipFill>
        <p:spPr>
          <a:xfrm>
            <a:off x="6667500" y="1524000"/>
            <a:ext cx="4953000" cy="4572000"/>
          </a:xfrm>
          <a:prstGeom prst="roundRect">
            <a:avLst>
              <a:gd name="adj" fmla="val 3333"/>
            </a:avLst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571500" y="1524000"/>
            <a:ext cx="5524425" cy="4286400"/>
            <a:chOff x="571500" y="1524000"/>
            <a:chExt cx="5524425" cy="42864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571500" y="1524000"/>
              <a:ext cx="5524425" cy="857400"/>
              <a:chOff x="0" y="0"/>
              <a:chExt cx="5524425" cy="857400"/>
            </a:xfrm>
          </p:grpSpPr>
          <p:sp>
            <p:nvSpPr>
              <p:cNvPr id="97" name="Google Shape;97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01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running out of stock?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Balancing product availability against warehouse storage costs.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571500" y="2667000"/>
              <a:ext cx="5524425" cy="857400"/>
              <a:chOff x="0" y="0"/>
              <a:chExt cx="5524425" cy="857400"/>
            </a:xfrm>
          </p:grpSpPr>
          <p:sp>
            <p:nvSpPr>
              <p:cNvPr id="100" name="Google Shape;100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02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products sell the most?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Identifying demand shifts to allocate stock accurately across regions.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2" name="Google Shape;102;p14"/>
            <p:cNvGrpSpPr/>
            <p:nvPr/>
          </p:nvGrpSpPr>
          <p:grpSpPr>
            <a:xfrm>
              <a:off x="571500" y="3810000"/>
              <a:ext cx="5524425" cy="857400"/>
              <a:chOff x="0" y="0"/>
              <a:chExt cx="5524425" cy="857400"/>
            </a:xfrm>
          </p:grpSpPr>
          <p:sp>
            <p:nvSpPr>
              <p:cNvPr id="103" name="Google Shape;103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03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4" name="Google Shape;104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suppliers are causing delays?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Understanding lead times to avoid supply chain bottlenecks.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571500" y="4953000"/>
              <a:ext cx="5524425" cy="857400"/>
              <a:chOff x="0" y="0"/>
              <a:chExt cx="5524425" cy="857400"/>
            </a:xfrm>
          </p:grpSpPr>
          <p:sp>
            <p:nvSpPr>
              <p:cNvPr id="106" name="Google Shape;106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04</a:t>
                </a:r>
                <a:endParaRPr sz="24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ordering the right quantities?</a:t>
                </a:r>
                <a:endParaRPr sz="165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300" b="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Pinpointing exact reorder points to maintain operational flow without bloat.</a:t>
                </a:r>
                <a:endParaRPr sz="130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0A2779A-E0B2-9F46-E4C3-C78F99B98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5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47625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4200" b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</a:t>
            </a:r>
            <a:endParaRPr sz="4200" b="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571500" y="1714500"/>
            <a:ext cx="2524200" cy="4333875"/>
            <a:chOff x="0" y="0"/>
            <a:chExt cx="2524200" cy="4333875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01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Inventory Management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Maintaining a delicate balance between having enough stock to meet demand and minimizing excess storage costs.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3409950" y="1714500"/>
            <a:ext cx="2524200" cy="4333875"/>
            <a:chOff x="0" y="0"/>
            <a:chExt cx="2524200" cy="4333875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02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Demand Tracking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Identifying which products are selling the most and shifting inventory allocation based on regional performance.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6248400" y="1714500"/>
            <a:ext cx="2524200" cy="4333875"/>
            <a:chOff x="0" y="0"/>
            <a:chExt cx="2524200" cy="4333875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03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Supplier Reliability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Tracking supplier lead times to identify which suppliers are causing delays and disrupting the supply chain.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9086850" y="1714500"/>
            <a:ext cx="2524200" cy="4333875"/>
            <a:chOff x="0" y="0"/>
            <a:chExt cx="2524200" cy="4333875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04</a:t>
              </a:r>
              <a:endParaRPr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Order Optimization</a:t>
              </a:r>
              <a:endParaRPr sz="2100" b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Determining the right quantities to order and the exact moment to reorder (Reorder Point) to prevent stockouts.</a:t>
              </a:r>
              <a:endParaRPr sz="1450" b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7B820B5-93AD-F790-BEEE-404A170EA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5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9430"/>
            <a:ext cx="11049000" cy="52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2837" y="5577631"/>
            <a:ext cx="48863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51668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Replenishment vs.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Demand Gap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9776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While sales plummet drastically in September (1,260 units), the company ordered higher volumes (2,049 units), causing inventory levels to swell to over 68,000 units by October.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652837" y="5663356"/>
            <a:ext cx="190500" cy="381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72162" y="5663356"/>
            <a:ext cx="190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C6FA83-8F36-EB57-4D85-48FE3D5AD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4012"/>
            <a:ext cx="11049000" cy="4757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7625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Regional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Dominance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6411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South and North regions are the highest-performing sectors, representing over 50% of total sales (30,730 total units). Inventory allocation must be prioritized here.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67CF7-03C2-6A9E-A051-C074ACE2E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-1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55006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Outcome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1772204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 interactive, automated Excel-based supply chain dashboard.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1047750" y="2788443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Live KPIs: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Tracks Total Units Sold (30,730) and Total Inventory (764,143).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47750" y="3655218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Slicers: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Filter 6 interactive charts by SKU, Warehouse, Supplier, and Region.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7035312" y="2841195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End-User Accessibility: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Includes an "Instructions" sheet for non-technical stakeholders to easily navigate the tool.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267414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3540918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858000" y="267414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714510-6C65-8CD7-AE45-29B28745C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75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BB91-EACA-42CB-40CD-B190CB04FB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09719-FCB9-5ACD-D2AB-2675EF2503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141;p17" descr="image.png">
            <a:extLst>
              <a:ext uri="{FF2B5EF4-FFF2-40B4-BE49-F238E27FC236}">
                <a16:creationId xmlns:a16="http://schemas.microsoft.com/office/drawing/2014/main" id="{C328A048-5F65-1DB7-9014-C15CF63452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22BF1-2402-804C-994B-620EB74F6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900" y="0"/>
            <a:ext cx="3095625" cy="904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1E411C-C8E7-69DA-B826-AC4D3BABE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2003"/>
            <a:ext cx="12192000" cy="419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5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369093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 </a:t>
            </a:r>
            <a:r>
              <a:rPr lang="en-US" sz="4125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Benefits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333500" y="151685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095500" y="17549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 Reduction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adjusting reorder points dynamically and aligning order quantities with the Q3/Q4 sales drop-off, the business eliminates end-of-year inventory bloat.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333500" y="317420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095500" y="341233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Optimized Replenishment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Dynamic reorder points (averaging 338 units) act as a necessary buffer to prevent stockouts during supplier lead times (averaging 9 days, up to 14 days).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1333500" y="4831556"/>
            <a:ext cx="9525000" cy="1514475"/>
          </a:xfrm>
          <a:prstGeom prst="roundRect">
            <a:avLst>
              <a:gd name="adj" fmla="val 7547"/>
            </a:avLst>
          </a:prstGeom>
          <a:solidFill>
            <a:srgbClr val="1A1A1A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5500" y="50696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Planning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Shift excess warehouse inventory from the East region to the South and North regions where demand is highest, maximizing sales potential.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333500" y="30218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333500" y="467915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33500" y="63365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78831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3445668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103018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498525-B977-F9C5-8274-0450F5E024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900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295275" y="257651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9100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FFE441-77BE-2D92-218E-D9689D37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0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402</Words>
  <Application>Microsoft Office PowerPoint</Application>
  <PresentationFormat>Widescreen</PresentationFormat>
  <Paragraphs>47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Urbanist</vt:lpstr>
      <vt:lpstr>Urbanist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Abhirup Bhowmik</cp:lastModifiedBy>
  <cp:revision>1</cp:revision>
  <dcterms:modified xsi:type="dcterms:W3CDTF">2026-07-14T14:08:50Z</dcterms:modified>
</cp:coreProperties>
</file>